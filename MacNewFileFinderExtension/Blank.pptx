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62"/>
  </p:normalViewPr>
  <p:slideViewPr>
    <p:cSldViewPr snapToGrid="0">
      <p:cViewPr varScale="1">
        <p:scale>
          <a:sx n="91" d="100"/>
          <a:sy n="91" d="100"/>
        </p:scale>
        <p:origin x="19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6046-6517-64AC-98A8-144A2F275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725D59-A974-4FCA-9C24-1B034C7A3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98AF7-42F3-EC54-8B9D-1F3E886AF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F572-D1CA-5A46-B2B1-AE2D71D014EA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3A2E7-4CCC-5C2F-A794-FBD972C5A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C68C2-13E5-5548-0946-621E0FB28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7DCDC-1D9E-BE4B-8292-D65062476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06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13AB-8A8E-A539-A855-F8134FBD8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A8936-0851-5E1E-97A5-86DB1EF3C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1ABCF-7D59-1926-16A8-BC54A0A59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F572-D1CA-5A46-B2B1-AE2D71D014EA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685B4-1F30-BE0D-0A6E-86B203363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92866-1F81-5E16-A922-5A7B5C536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7DCDC-1D9E-BE4B-8292-D65062476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257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5A3FD-BCCE-6AC7-7E24-E8A75A3EC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30CC8-BCAA-6D11-5F76-8FBE23668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D817D-42F4-3418-F535-BF87B3B12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F572-D1CA-5A46-B2B1-AE2D71D014EA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BB83B-ACA3-7709-19B5-5D661D1A7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2E22A-40C0-FCED-0B07-C12151D5E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7DCDC-1D9E-BE4B-8292-D65062476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019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8CB6D-1B27-B58E-C0E6-BFBF5EC33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33C0C-95B0-C883-8191-F9973983BA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CDA6F5-8642-AE2C-EBAD-4DAEBB45F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0B673-EE21-F3FD-5673-095EF817C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F572-D1CA-5A46-B2B1-AE2D71D014EA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1BBB9B-571B-1D13-A31F-EC5C901F7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8763A-2296-6D10-45E5-12747E7B3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7DCDC-1D9E-BE4B-8292-D65062476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74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781B6-A650-7AD8-022D-14AD2D9A7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0E219-B268-DF7C-E42D-BE4B0C306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BF809-2C91-E3E3-99D8-2819373EF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F1E405-D6D8-9E81-6B9F-BFCCB8CDA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0FFEED-F59F-9F03-658E-7941F65B09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D3D77-2B1E-D1B7-296D-2A5C3D597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F572-D1CA-5A46-B2B1-AE2D71D014EA}" type="datetimeFigureOut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F46B2C-CA77-F1AC-B8DA-51CA51135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BE45FD-34AA-CB35-AADB-9B3AA195E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7DCDC-1D9E-BE4B-8292-D65062476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20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81F05-9414-64F7-4E18-180E5413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C9574F-D5E0-E627-19FA-01BF7FBBF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F572-D1CA-5A46-B2B1-AE2D71D014EA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6ADEE9-F217-B763-BA11-C93F18DC6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7B6720-535D-F7D2-051D-7D73D534A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7DCDC-1D9E-BE4B-8292-D65062476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82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292E8-11D1-0C46-4954-5D2B8C488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F572-D1CA-5A46-B2B1-AE2D71D014EA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9EA356-1D9D-4DAA-30A2-7C15B7BFE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B063B-19CD-A5B3-6129-845E22226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7DCDC-1D9E-BE4B-8292-D65062476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41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262F4-0BFE-D137-9402-6D6477A88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81FA7-97FA-CB11-E751-451579541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0BBFFE-96C8-29C8-B3AC-1B4C3E8B9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5AD6CC-E412-BDF7-E7D3-8036FA698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F572-D1CA-5A46-B2B1-AE2D71D014EA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7BB88-0CC7-955F-0FD6-5D018076F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A7E48-24D6-325A-072A-153AB024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7DCDC-1D9E-BE4B-8292-D65062476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97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7D9DC-4CCD-0FEA-58BE-54410A01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71A18B-75BC-AB5A-13B5-7C523EA15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5D078-03C0-2422-9ADC-44625CF04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FA2190-C7B5-8013-B747-0416C57D6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F572-D1CA-5A46-B2B1-AE2D71D014EA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07135-2ADF-2170-4B9A-91C619C6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03F89-0F6A-77A9-1385-18CBBD796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7DCDC-1D9E-BE4B-8292-D65062476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718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4C8B8-BE03-1AF1-F4F8-7FE59BC07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C314CA-6430-F6FB-2E7D-B9B5477FC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4148A-B3EE-7DCA-D754-D66B58B69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F572-D1CA-5A46-B2B1-AE2D71D014EA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4C96D-5CCC-B3F2-C95B-7BFD008FF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A80A3-C03F-596A-03AA-6519D0F9C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7DCDC-1D9E-BE4B-8292-D65062476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5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DEC9C8-6DCF-801B-348C-5EF374D4EF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A93CE0-C851-B2C5-C8B0-00CA5881F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BA90-5ABF-7662-77CC-BF953122B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F572-D1CA-5A46-B2B1-AE2D71D014EA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31154-AB61-2583-11EA-BAF953B50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3E69D-87FC-BF80-AFE0-9E64693E6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7DCDC-1D9E-BE4B-8292-D65062476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844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07A631-869D-EED6-FE1A-A76482B79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EB37E-411D-8AE6-4187-68145A2CF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60DED-A8B6-E7FF-89C4-DDB3117EAC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00F572-D1CA-5A46-B2B1-AE2D71D014EA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3E481-B56F-30D7-9B49-E01491D07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6B9E7-A9E0-7F52-0747-663BF8C86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67DCDC-1D9E-BE4B-8292-D65062476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621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7554E-CC47-6FE6-80BA-39891744B5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CD1A76-EC54-D58C-F3E1-CBA4EE1C4A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8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Louie Yin</dc:creator>
  <cp:lastModifiedBy>Louie Yin</cp:lastModifiedBy>
  <cp:revision>1</cp:revision>
  <dcterms:created xsi:type="dcterms:W3CDTF">2026-03-08T17:23:50Z</dcterms:created>
  <dcterms:modified xsi:type="dcterms:W3CDTF">2026-03-08T17:23:59Z</dcterms:modified>
</cp:coreProperties>
</file>